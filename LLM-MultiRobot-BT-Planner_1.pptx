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36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19"/>
            <a:ext cx="11551920" cy="238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LLM-as-Multi-Robot-BT-Planner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1551920" cy="2119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Capability-Aware Generation of Synchronized Behavior Trees for Heterogeneous Robot Teams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555555"/>
                </a:solidFill>
                <a:latin typeface="Calibri"/>
              </a:rPr>
              <a:t>0. </a:t>
            </a:r>
            <a:r>
              <a:rPr sz="1200" b="1" dirty="0">
                <a:solidFill>
                  <a:srgbClr val="555555"/>
                </a:solidFill>
                <a:latin typeface="Calibri"/>
              </a:rPr>
              <a:t>ABOUT THE PRESENTER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Yevgeniy Dikun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Cambria"/>
              </a:rPr>
              <a:t>Astana, Kazakhstan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Background: 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Finished</a:t>
            </a:r>
            <a:r>
              <a:rPr lang="en-US" sz="16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3rd-year Bachelor at Nazarbayev University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Major:  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Robotics Engineering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0000"/>
                </a:solidFill>
                <a:latin typeface="Calibri"/>
              </a:rPr>
              <a:t>Research interests</a:t>
            </a:r>
          </a:p>
          <a:p>
            <a:r>
              <a:rPr sz="1600" b="0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en-US" sz="1600" dirty="0">
                <a:solidFill>
                  <a:srgbClr val="000000"/>
                </a:solidFill>
              </a:rPr>
              <a:t>Robotics Control / Behavior Trees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• 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Scientific Machine Learning</a:t>
            </a:r>
          </a:p>
          <a:p>
            <a:r>
              <a:rPr sz="1600" b="0" dirty="0">
                <a:solidFill>
                  <a:srgbClr val="000000"/>
                </a:solidFill>
                <a:latin typeface="Calibri"/>
              </a:rPr>
              <a:t>• Computer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Today: </a:t>
            </a:r>
            <a:r>
              <a:rPr sz="1500" b="0">
                <a:solidFill>
                  <a:srgbClr val="000000"/>
                </a:solidFill>
                <a:latin typeface="Calibri"/>
              </a:rPr>
              <a:t>research proposal — LLM-as-Multi-Robot-BT-Planner.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Programming Heterogeneous Robot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714137" cy="1527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600" dirty="0"/>
              <a:t>Multi-robot teams improve efficiency and robustness by splitting subtasks across robots with different physical capabilities, </a:t>
            </a:r>
            <a:r>
              <a:rPr lang="en-US" sz="1600" b="1" dirty="0"/>
              <a:t>BUT they are hard to program</a:t>
            </a:r>
            <a:r>
              <a:rPr lang="en-US" sz="1600" dirty="0"/>
              <a:t>.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600" b="1" dirty="0"/>
              <a:t>Behavior Trees</a:t>
            </a:r>
            <a:r>
              <a:rPr lang="en-US" sz="1600" dirty="0"/>
              <a:t> </a:t>
            </a:r>
            <a:r>
              <a:rPr lang="en-US" dirty="0"/>
              <a:t>is a way to structure the switching between different tasks in a robot.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470176"/>
            <a:ext cx="10881360" cy="1051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470176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question.  </a:t>
            </a: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a natural-language instruction and the initial world state, can an LLM generate synchronized, executable Behavior Trees for a heterogeneous multi-robot team with no task-specific planning aid?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60696B-B3CA-1484-A230-B559CC0C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0" t="-1319" r="5282"/>
          <a:stretch>
            <a:fillRect/>
          </a:stretch>
        </p:blipFill>
        <p:spPr>
          <a:xfrm>
            <a:off x="1632117" y="2943695"/>
            <a:ext cx="3730062" cy="2327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5248B-BD16-9EDE-D8FA-BC5CF877F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59" y="1930595"/>
            <a:ext cx="5197081" cy="29074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Work Sits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for robot task planning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06240" y="2276856"/>
            <a:ext cx="734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SayCan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(Ahn et al., 2022)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ProgPrompt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(Singh et al., 2023)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PaLM-E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(Driess et al., 2023)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high-level decomposition and code generation.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f</a:t>
            </a:r>
            <a:r>
              <a:rPr lang="en-US" sz="1400" dirty="0"/>
              <a:t>lat action sequence for one robot (a list of skills to run in order). But we produce not just what actions, but which robot does each (capability-aware assignment), how they wait on each other (synchronization), and a full Behavior Tree per robot rather than a linear list.</a:t>
            </a:r>
          </a:p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BT generation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06240" y="34930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ea typeface="Calibri" pitchFamily="34" charset="-122"/>
                <a:cs typeface="Calibri" pitchFamily="34" charset="-120"/>
              </a:rPr>
              <a:t>Papers such as LLM-as-BT-Planner 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(Ao et al., 2025)</a:t>
            </a:r>
            <a:r>
              <a:rPr lang="en-US" sz="1350" dirty="0">
                <a:ea typeface="Calibri" pitchFamily="34" charset="-122"/>
                <a:cs typeface="Calibri" pitchFamily="34" charset="-120"/>
              </a:rPr>
              <a:t>. W</a:t>
            </a:r>
            <a:r>
              <a:rPr lang="en-US" sz="1350" dirty="0"/>
              <a:t>e build on its use of schema constraints and structured feedback but extend the setting from single-robot trees to capability-aware assignment and inter-robot synchronization.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447141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BT planning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06240" y="447141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MRBTP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(Cai et al., 2025)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cross-tree expansion and intention sharing, using an LLM only as an optional subtree pre-planner. We share its problem setting but invert the roles, making the LLM the sole planner and treating the symbolic machinery purely as a verifier.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position.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generates the synchronized multi-robot BTs directly from the instruction, code algorithms are used purely as a verifier and not as a planner.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F206B0F-89CB-1A3E-5A14-0905559684F9}"/>
              </a:ext>
            </a:extLst>
          </p:cNvPr>
          <p:cNvSpPr/>
          <p:nvPr/>
        </p:nvSpPr>
        <p:spPr>
          <a:xfrm>
            <a:off x="636629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Trees in robotics</a:t>
            </a:r>
            <a:endParaRPr lang="en-US" sz="15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F9E9F30-9042-0BFF-B2FB-0D096D578FBD}"/>
              </a:ext>
            </a:extLst>
          </p:cNvPr>
          <p:cNvSpPr/>
          <p:nvPr/>
        </p:nvSpPr>
        <p:spPr>
          <a:xfrm>
            <a:off x="4202789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 adopt the standard BT execution semantics and node types as our output representation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(Colledanchise &amp; Ögren, 2018)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BACKGROUND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45A0DE-89C0-9DB6-5F29-65D0C15B5F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77" r="30615"/>
          <a:stretch>
            <a:fillRect/>
          </a:stretch>
        </p:blipFill>
        <p:spPr>
          <a:xfrm>
            <a:off x="748486" y="1166346"/>
            <a:ext cx="7420730" cy="5280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6A1E2A-6FC7-E173-D45C-96E6C2427F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117" t="9600" r="-27" b="1006"/>
          <a:stretch>
            <a:fillRect/>
          </a:stretch>
        </p:blipFill>
        <p:spPr>
          <a:xfrm>
            <a:off x="8277622" y="1289822"/>
            <a:ext cx="3317986" cy="4922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OUR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Is the Planner, Code Only Verifies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0FCF1D-EBF4-79DB-8879-28607B2C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63565" r="115" b="-1"/>
          <a:stretch>
            <a:fillRect/>
          </a:stretch>
        </p:blipFill>
        <p:spPr>
          <a:xfrm>
            <a:off x="398253" y="4244197"/>
            <a:ext cx="11395494" cy="23394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06A12D-BEC4-D8D4-7B6D-3F3DD14748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21" r="-1843" b="26667"/>
          <a:stretch>
            <a:fillRect/>
          </a:stretch>
        </p:blipFill>
        <p:spPr>
          <a:xfrm>
            <a:off x="1831532" y="1350204"/>
            <a:ext cx="8528936" cy="2922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Protocol (in progress)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222CEA-9862-0CC1-F07B-3663476A2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14" y="323662"/>
            <a:ext cx="11017659" cy="6200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BT design: expert-authored Behavior Trees; reliable but time-consuming and difficult to scale.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MRBTP (Cai et al., 2025): formal multi-robot BT planning with cross-tree coordination, but without direct LLM-based generation from language.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LLM-as-BT-Planner (Ao et al., 2025): LLM-generated executable BTs, mainly focused on single-robot assembly tasks.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LLM-MARS (</a:t>
            </a:r>
            <a:r>
              <a:rPr lang="en-US" sz="145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Lykov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2023): LLM-based BT generation for multi-agent robot systems, but with limited capability-aware synchronization.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method: LLM-generated synchronized BTs for heterogeneous multi-robot teams.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17749"/>
              </p:ext>
            </p:extLst>
          </p:nvPr>
        </p:nvGraphicFramePr>
        <p:xfrm>
          <a:off x="640080" y="3657600"/>
          <a:ext cx="10853928" cy="230428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BT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Success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Err.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MRBTP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LLM-as-BT-Planner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/>
                        <a:t>LLM-MARS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framework uses an LLM to generate the full multi-robot plan: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graph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capability-aware robot assignment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points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Behavior Tree per robot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modules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plan,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task-agnostic validator and tick-based simulator detect errors and provide structured feedback for LLM self-correction.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improved through three domain-independent strategies: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back-chaining guidance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best-of-N sampling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generation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baseline methods for comparative evaluation.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generated BTs are compatible with ROS and real-robot execution constraints. 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real-robot execution through the BehaviorTree.CPP / ROS interface.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679</Words>
  <Application>Microsoft Office PowerPoint</Application>
  <PresentationFormat>Widescreen</PresentationFormat>
  <Paragraphs>101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LLM-as-Multi-Robot-BT-Planner</dc:title>
  <dc:subject>PptxGenJS Presentation</dc:subject>
  <dc:creator>Yevgeniy Dikun</dc:creator>
  <cp:lastModifiedBy>Yevgeniy Dikun</cp:lastModifiedBy>
  <cp:revision>10</cp:revision>
  <dcterms:created xsi:type="dcterms:W3CDTF">2026-06-22T08:01:06Z</dcterms:created>
  <dcterms:modified xsi:type="dcterms:W3CDTF">2026-07-06T06:24:46Z</dcterms:modified>
</cp:coreProperties>
</file>