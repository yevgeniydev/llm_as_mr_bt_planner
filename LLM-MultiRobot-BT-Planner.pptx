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362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19"/>
            <a:ext cx="11551920" cy="2384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LLM-as-Multi-Robot-BT-Planner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11551920" cy="2119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Capability-Aware Generation of Synchronized Behavior Trees for Heterogeneous Robot Teams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Programming Heterogeneous Robot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Multi-robot teams improve efficiency and robustness by splitting subtasks across robots with different physical capabilities, BUT they are hard to program.</a:t>
            </a:r>
          </a:p>
          <a:p>
            <a:pPr>
              <a:spcAft>
                <a:spcPts val="800"/>
              </a:spcAft>
              <a:buSzPct val="100000"/>
            </a:pP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manage multi-robot teams, we need to know:</a:t>
            </a:r>
            <a:endParaRPr lang="en-US" sz="1500" dirty="0"/>
          </a:p>
          <a:p>
            <a:pPr marL="355600" lvl="1" indent="-1778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actions to execute,</a:t>
            </a:r>
            <a:endParaRPr lang="en-US" sz="1500" dirty="0"/>
          </a:p>
          <a:p>
            <a:pPr marL="355600" lvl="1" indent="-1778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robot executes each one (capability-aware assignment),</a:t>
            </a:r>
            <a:endParaRPr lang="en-US" sz="1500" dirty="0"/>
          </a:p>
          <a:p>
            <a:pPr marL="355600" lvl="1" indent="-1778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inter-robot handoffs occur, and</a:t>
            </a:r>
            <a:endParaRPr lang="en-US" sz="1500" dirty="0"/>
          </a:p>
          <a:p>
            <a:pPr marL="355600" lvl="1" indent="-1778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robots synchronize, so 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noone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acts on a precondition another has not yet produced.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Trees (BTs) are modular, reactive, and interpretable, but hand-designing them for heterogeneous teams is error-prone, especially the synchronization.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5074920"/>
            <a:ext cx="10881360" cy="10515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question.  </a:t>
            </a:r>
            <a:r>
              <a:rPr lang="en-US" sz="15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only a natural-language instruction and the initial world state, can an LLM generate synchronized, executable Behavior Trees for a heterogeneous multi-robot team with no task-specific planning aid?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Work Sits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for robot task planning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206240" y="2514600"/>
            <a:ext cx="734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SayCan, ProgPrompt, PaLM-E: high-level decomposition and code generation.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generate f</a:t>
            </a:r>
            <a:r>
              <a:rPr lang="en-US" sz="1400" dirty="0"/>
              <a:t>lat action sequence for one robot (a list of skills to run in order). But we produce not just what actions, but which robot does each (capability-aware assignment), how they wait on each other (synchronization), and a full Behavior Tree per robot rather than a linear list.</a:t>
            </a:r>
          </a:p>
          <a:p>
            <a:pPr marL="0" indent="0" algn="l">
              <a:buNone/>
            </a:pP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49300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LLM-based BT generation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206240" y="349300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Papers such as LLM-as-BT-Planner. W</a:t>
            </a:r>
            <a:r>
              <a:rPr lang="en-US" sz="1350" dirty="0"/>
              <a:t>e build on its use of schema constraints and structured feedback but extend the setting from single-robot trees to capability-aware assignment and inter-robot synchronization.</a:t>
            </a:r>
          </a:p>
        </p:txBody>
      </p:sp>
      <p:sp>
        <p:nvSpPr>
          <p:cNvPr id="10" name="Text 8"/>
          <p:cNvSpPr/>
          <p:nvPr/>
        </p:nvSpPr>
        <p:spPr>
          <a:xfrm>
            <a:off x="640080" y="4471416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Multi-robot BT planning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206240" y="4471416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MRBTP: cross-tree expansion and intention sharing, using an LLM only as an optional subtree pre-planner. We share its problem setting but invert the roles, making the LLM the sole planner and treating the symbolic machinery purely as a verifier.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486400"/>
            <a:ext cx="1088136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position. 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generates the synchronized multi-robot BTs directly from the instruction, symbolic machinery is used purely as a verifier and not as a planner.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F206B0F-89CB-1A3E-5A14-0905559684F9}"/>
              </a:ext>
            </a:extLst>
          </p:cNvPr>
          <p:cNvSpPr/>
          <p:nvPr/>
        </p:nvSpPr>
        <p:spPr>
          <a:xfrm>
            <a:off x="636629" y="1600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Trees in robotics</a:t>
            </a:r>
            <a:endParaRPr lang="en-US" sz="155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CF9E9F30-9042-0BFF-B2FB-0D096D578FBD}"/>
              </a:ext>
            </a:extLst>
          </p:cNvPr>
          <p:cNvSpPr/>
          <p:nvPr/>
        </p:nvSpPr>
        <p:spPr>
          <a:xfrm>
            <a:off x="4202789" y="1600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adopt the standard BT execution semantics and node types as our output representation.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BACKGROUND &amp;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Formulation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400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 S = (I, G, O, L, R)</a:t>
            </a:r>
            <a:endParaRPr lang="en-US" sz="1400" dirty="0"/>
          </a:p>
          <a:p>
            <a:pPr marL="355600" lvl="1" indent="-1778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and goal states - I, G (sets of ground facts); objects - O; locations - L; team - R = {r₁,…,rₙ}.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Capability:  c = (name, params, pre(c), eff(c)),  eff = (add, del)</a:t>
            </a:r>
            <a:endParaRPr lang="en-US" sz="1400" dirty="0"/>
          </a:p>
          <a:p>
            <a:pPr marL="355600" lvl="1" indent="-1778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PDDL-style add/delete templates.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 (the only operation that mutates state):</a:t>
            </a:r>
            <a:endParaRPr lang="en-US" sz="1400" dirty="0"/>
          </a:p>
          <a:p>
            <a:pPr marL="355600" lvl="1" indent="-1778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w′ = (w \ match(del(c), θ)) ∪ ground(add(c), θ)   — deletes before adds.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 P = (T, A, Y, B)</a:t>
            </a:r>
            <a:endParaRPr lang="en-US" sz="1400" dirty="0"/>
          </a:p>
          <a:p>
            <a:pPr marL="355600" lvl="1" indent="-1778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graph - T, assignment - A: T→R, synchronization set - Y, BT forest - B (one tree per robot).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0" y="1463040"/>
            <a:ext cx="4206240" cy="461772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 is valid when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2011680"/>
            <a:ext cx="37947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(V1) every assigned action is in that robot's capability set.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(V2) every precondition is supported - true in Initial state, produced earlier by the same robot, or produced by another robot and guarded by a sync Condition.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(V3) each inter-robot dependency in Y has a real upstream producer and its Condition placed before the consumer.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(V4) T is acyclic and each BT conforms to the node schema.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(V5) simulated execution drives “I” to “G” without deadlock.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0" y="5760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V1-V4 checked statically </a:t>
            </a:r>
          </a:p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by simulation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OUR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Is the Planner, Code Only Verifies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inference: the LLM emits the whole plan as one JSON object - task_graph, assignments, synchronization, behavior_trees. No deterministic synthesis or repair.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Back-chaining method (in prompt): domain-independent - from each unmet goal pick an add-effect, recurse until every precondition bottoms out at “I”, robot-scoped predicates (e.g. holding(r,x)) only created by “r” itself.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= blocking guard: a Condition before a cross-robot dependency returns RUNNING (the robot waits).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task-agnostic reliability levers: the back-chaining method, best-of-N sampling, and two-stage generation (action plan, then BT encoding).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vs. assisted ablation: “pure” = prompt + state + schema only; “assisted” injects producer hints (upper-bound baseline).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224028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(best-of-N)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5120640"/>
            <a:ext cx="5029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83280" y="4709160"/>
            <a:ext cx="224028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4709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(typed errors)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23560" y="5120640"/>
            <a:ext cx="5029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26480" y="4709160"/>
            <a:ext cx="224028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4709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(deadlock-sound)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66760" y="5120640"/>
            <a:ext cx="5029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869680" y="4709160"/>
            <a:ext cx="224028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69680" y="4709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989820" y="5532120"/>
            <a:ext cx="0" cy="5029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760220" y="603504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760220" y="6035040"/>
            <a:ext cx="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6022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feedback  +  previous plan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EXPERIMENTS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Protocol (in progress)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126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Setting: symbolic simulation, actions update world-state predicates by the transition rule. Stochastic LLM → multiple independent trials, report rates and means ± std.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heterogeneous three-robot scenarios:</a:t>
            </a:r>
            <a:endParaRPr lang="en-US" sz="1400" dirty="0"/>
          </a:p>
          <a:p>
            <a:pPr marL="355600" lvl="1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Assembly — 13 capabilities, 4 goal predicates, 3 cross-robot synchronization points.</a:t>
            </a:r>
            <a:endParaRPr lang="en-US" sz="1400" dirty="0"/>
          </a:p>
          <a:p>
            <a:pPr marL="355600" lvl="1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Calibration Cell — 19 capabilities, 6 goal predicates, substantially more synchronization.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validity rate, goal-success rate, synchronization-error rate, mean correction rounds, generation time.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trees exported to BehaviorTree.CPP XML - to real executors.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1463040"/>
            <a:ext cx="4480560" cy="36576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23760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conditions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0" y="201168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Pure, single-shot  (C = 0)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Pure, self-correction  (C = 4)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Pure, best-of-N  (N = 4)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Pure, two-stage  (action plan → BT)</a:t>
            </a:r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Pure, combined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(hypotheses to test)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pure generation exposes the dominant failures.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and best-of-N recover a large fraction of those failures.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generation further raises goal success on the synchronization-heavy scenario.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– combination of three methods, producing best results.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560863"/>
              </p:ext>
            </p:extLst>
          </p:nvPr>
        </p:nvGraphicFramePr>
        <p:xfrm>
          <a:off x="640080" y="3657600"/>
          <a:ext cx="10853928" cy="2304288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Err.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Single-shot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Best-of-N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5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infers the entire plan (task graph, capability-aware assignment, synchronization, and one BT per robot) from a natural-language instruction.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 only verifies: a task-agnostic validator (typed error taxonomy) and a tick simulator returning a structured feedback that drives LLM’s self-correction.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domain-independent levers - back-chaining method, best-of-N, two-stage generation.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10881360" cy="17373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44805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scenarios in simulator to form a method’s comparison table.</a:t>
            </a: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BTs are proper for ROS/real-robot testing.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real-robot execution via the BehaviorTree.CPP / ROS seam.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1164</Words>
  <Application>Microsoft Office PowerPoint</Application>
  <PresentationFormat>Widescreen</PresentationFormat>
  <Paragraphs>138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LLM-as-Multi-Robot-BT-Planner</dc:title>
  <dc:subject>PptxGenJS Presentation</dc:subject>
  <dc:creator>Yevgeniy Dikun</dc:creator>
  <cp:lastModifiedBy>Yevgeniy Dikun</cp:lastModifiedBy>
  <cp:revision>3</cp:revision>
  <dcterms:created xsi:type="dcterms:W3CDTF">2026-06-22T08:01:06Z</dcterms:created>
  <dcterms:modified xsi:type="dcterms:W3CDTF">2026-06-22T09:35:02Z</dcterms:modified>
</cp:coreProperties>
</file>